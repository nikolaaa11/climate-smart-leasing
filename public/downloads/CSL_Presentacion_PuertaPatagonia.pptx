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CUENTA RECTIFICADO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Comunidad Edificio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Puerta Patagonia Habitacional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Arrendamiento Calderas Vilanova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53.319.273-4 · Conciliación rectificada al 12 de mayo de 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POR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6035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Climate Smart Leasing SpA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0" y="5760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0" y="6035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de mayo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Disculpas por el monto enviado anteriormente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comunicación previa les enviamos un estado de cuenta con saldo de $20.887.958. Al revisar nuevamente el contrato a la luz de la carta de recepción definitiva del proyecto firmada el 8 de abril de 2026, identificamos que ese cálculo no consideraba correctamente cuándo comenzaba a devengarse la renta mensual del arrendamiento. Esta presentación les muestra el estado de cuenta rectificado y le ofrecemos formalmente nuestras disculpas por la confusión.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4023360"/>
            <a:ext cx="91440" cy="2011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ANTERIOR (incorrecta)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trike="sngStrike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$20.887.958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consideraba la fecha de recepción definitiva del proyecto.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4023360"/>
            <a:ext cx="5394960" cy="2011680"/>
          </a:xfrm>
          <a:prstGeom prst="rect">
            <a:avLst/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4023360"/>
            <a:ext cx="91440" cy="20116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RECTIFICADA (correcta)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4572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$4.788.468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37960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cuales solo $1.583.621 están actualmente vencidos.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 CONTRACTUAL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cambia el cálculo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155680" cy="1463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91440" cy="1463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 TERCERA DEL CONTRATO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"La primera renta se pagará junto con el inicio de los trabajos."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que define cuándo comienza a devengarse la renta mensual del leasing.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155680" cy="173736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749040"/>
            <a:ext cx="91440" cy="173736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RECEPCIÓN DEFINITIVA (firmada el 8 de abril de 2026)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4206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"Con fecha 02 de abril de 2026 se ha realizado la revisión final en terreno y la recepción definitiva de la instalación... La obra se declara recepcionada en su totalidad de manera definitiva."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51663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firmada por Juan Moisés González Muñoz, Administrador de la Comunidad.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715000"/>
            <a:ext cx="11155680" cy="6400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El inicio efectivo de los trabajos se materializó con la recepción definitiva del 02-abr-2026. La renta mensual del leasing comienza a devengarse desde mayo 2026.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RECTIFICADO AL 12-MAY-2026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$4.788.468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millones setecientos ochenta y ocho mil cuatrocientos sesenta y ocho pesos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0" y="4206240"/>
            <a:ext cx="45720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572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VENCIDO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4846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$1.583.621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0" y="4572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PLAZO (renta mayo)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4846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69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$3.204.847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0" y="4572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PAGADO A LA FECHA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$10.316.383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Conciliado contra los movimientos de la cuenta Santander N° 9427891-0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compone el saldo de $4.788.468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4023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VENCIDO — ANTICIPO PRORRATEADO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$1.583.621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pendiente del anticipo prorrateado en 6 cuotas: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2/6 (ene-2026): no se recibió pago.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5/6 (abr-2026): se pagó parcialmente con saldo de la transferencia de marzo.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5532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única deuda exigible a la fecha de hoy.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5486400" cy="402336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011680"/>
            <a:ext cx="5486400" cy="54864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PLAZO — RENTA MAYO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26974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369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$3.204.847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53796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renta mensual del leasing: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37960" y="40233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67,127 UF + IVA (UF al 30-abr-2026: $40.120,20)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emitida los primeros días de mayo, vence 20-may-2026 aproximadamente.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532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cuota todavía está dentro del plazo de pago.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ANTICIPO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6 cuotas del anticipo prorrateado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Diciembre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Pagada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Enero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Febrero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Pagada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Marzo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Pagada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Abril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$1.183.615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$799.719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$1.983.334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$3.182.766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($1.199.432)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Sobrepago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$11.900.004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$10.316.383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$1.583.621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vencido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sobrepago de mayo ($1.199.432) compensa parcialmente el pago parcial de abril ($799.719) y deja todavía pendiente la cuota completa de enero 2026.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 QUE VIENE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Cronograma de las próximas cuotas mensuales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mayo 2026, la renta mensual del leasing es de 67,127 UF + IVA (aprox. $3,2 millones IVA incluido). Total: 36 cuotas hasta abril 2029.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286000"/>
                <a:gridCol w="3200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 ESTIMADO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1/36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$3.204.847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plazo (vence ~20-may)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Junio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2/36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$3.214.461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vencer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Julio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3/36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$3.224.105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vencer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Agosto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4/36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$3.233.777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vencer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Septiembre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5/36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$3.243.478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vencer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Octubre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 6/36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$3.253.209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vencer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montos pueden variar ligeramente según el valor UF del último día del mes anterior a la facturación, conforme establece la Cláusula Tercera del contrato.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regularizamos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que el saldo vencido es bajo, proponemos una regularización simple en dos pasos.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486400" cy="36576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77440"/>
            <a:ext cx="548640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— A LA BREVEDAD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Saldo vencido del anticipo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$1.583.621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77240" y="461772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único para regularizar el saldo pendiente del anticipo prorrateado (cuota 2/6 de enero 2026 y diferencia de cuota 5/6 de abril 2026).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2377440"/>
            <a:ext cx="5486400" cy="36576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377440"/>
            <a:ext cx="5486400" cy="64008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DENTRO DE PLAZO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Renta mayo 2026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3611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369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$3.204.847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537960" y="461772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renta mensual del leasing — la factura está emitida y el plazo de pago vence aproximadamente el 20 de mayo. No corresponde mora, solo pago dentro del plazo contractual.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 · RUT 77.620.301-4 · Conciliado al 12-may-2026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pagar y qué necesitamos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6858000" cy="3840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77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PARA TRANSFERENCIA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2834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Santander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337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333756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8404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8404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77.620.301-4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3434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cuenta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434340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corriente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48463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cuenta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9427891-0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3492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confirmación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5349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nikolasromero@climatesmartleasing.com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Nikolás Romero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2960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Smart Leasing SpA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nikolasromero@climatesmartleasing.com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4206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Avenida Chacabuco 485, Of. 302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480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Concepción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50292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Quedamos disponibles para resolver cualquier duda sobre el recálculo.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paciencia y comprensión.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 de cuenta rectificado — Puerta Patagonia</dc:title>
  <dc:subject>PptxGenJS Presentation</dc:subject>
  <dc:creator>Climate Smart Leasing SpA</dc:creator>
  <cp:lastModifiedBy>Climate Smart Leasing SpA</cp:lastModifiedBy>
  <cp:revision>1</cp:revision>
  <dcterms:created xsi:type="dcterms:W3CDTF">2026-05-28T18:19:09Z</dcterms:created>
  <dcterms:modified xsi:type="dcterms:W3CDTF">2026-05-28T18:19:09Z</dcterms:modified>
</cp:coreProperties>
</file>